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Maven Pro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MavenPro-bold.fntdata"/><Relationship Id="rId16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33ad06189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33ad06189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533ad06189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533ad06189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33ad06189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533ad06189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533ad06189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533ad06189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533ad06189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533ad06189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mohit-singh-b86819124/" TargetMode="External"/><Relationship Id="rId4" Type="http://schemas.openxmlformats.org/officeDocument/2006/relationships/hyperlink" Target="https://github.com/MohitRajput717/MS-SQL-SERVER/tree/mai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linkedin.com/in/mohit-singh-b86819124/" TargetMode="External"/><Relationship Id="rId4" Type="http://schemas.openxmlformats.org/officeDocument/2006/relationships/hyperlink" Target="https://github.com/MohitRajput717/MS-SQL-SERVER/tree/mai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linkedin.com/in/mohit-singh-b8681912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787300"/>
            <a:ext cx="8106000" cy="26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interview question 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6779400" cy="14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Maven Pro"/>
                <a:ea typeface="Maven Pro"/>
                <a:cs typeface="Maven Pro"/>
                <a:sym typeface="Maven Pro"/>
              </a:rPr>
              <a:t>For more info please follow :- </a:t>
            </a:r>
            <a:r>
              <a:rPr b="1" lang="en-GB" sz="2000" u="sng">
                <a:solidFill>
                  <a:schemeClr val="accent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Mohit Singh</a:t>
            </a:r>
            <a:endParaRPr b="1" sz="20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Maven Pro"/>
                <a:ea typeface="Maven Pro"/>
                <a:cs typeface="Maven Pro"/>
                <a:sym typeface="Maven Pro"/>
              </a:rPr>
              <a:t>Git hub for more detail :- </a:t>
            </a:r>
            <a:r>
              <a:rPr b="1" lang="en-GB" sz="2000" u="sng">
                <a:solidFill>
                  <a:schemeClr val="accent5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 Hub links</a:t>
            </a:r>
            <a:endParaRPr b="1" sz="20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ctrTitle"/>
          </p:nvPr>
        </p:nvSpPr>
        <p:spPr>
          <a:xfrm>
            <a:off x="328400" y="178325"/>
            <a:ext cx="8601600" cy="448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SQL Server Questions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Q1. Write a query to get total salary by dept and emp wise.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Ans. 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select department, sum(salary) from emp_data where salary &gt;= 50000 group by department  having sum(salary) &gt;=50000;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Q2. Explain the different types of JOINs with examples.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Left Join 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select * from emp_data left join  emp_detail on emp_data.id=emp_detail.emp_id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Inner Join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select * from emp_data inner join  emp_detail on emp_data.id=emp_detail.emp_id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Right Join 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select * from emp_data right join  emp_detail on emp_data.id=emp_detail.emp_id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Full outer join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select * from emp_data full outer join  emp_detail on emp_data.id=emp_detail.emp_id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Cross join 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select * from emp_data cross join  emp_detail 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For more info please follow :- </a:t>
            </a:r>
            <a:r>
              <a:rPr lang="en-GB" sz="1050" u="sng">
                <a:solidFill>
                  <a:schemeClr val="accent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Mohit Singh</a:t>
            </a:r>
            <a:endParaRPr sz="1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Git hub for more detail :- </a:t>
            </a:r>
            <a:r>
              <a:rPr lang="en-GB" sz="10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 Hub links</a:t>
            </a:r>
            <a:endParaRPr sz="1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ctrTitle"/>
          </p:nvPr>
        </p:nvSpPr>
        <p:spPr>
          <a:xfrm>
            <a:off x="317525" y="287075"/>
            <a:ext cx="8655900" cy="424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LEFT ANTI JOIN 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select * from emp_data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where not exists (select * from emp_detail where emp_data.id=emp_detail.emp_id);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select * from emp_detail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where not exists (select * from emp_data where emp_data.id=emp_detail.emp_id);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Left Semi Join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select * from emp_data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where  exists (select * from emp_detail where emp_data.id=emp_detail.emp_id);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Q3. What is the difference between DELETE, TRUNCATE, and DROP?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delete statement - delete data from table as per statment or through filter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select * from emp_date1 where id=7;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DELETE FROM emp_date1 where id = 7;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drop statemnt - drop all data from table with type or schema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drop table emp_date1 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>
            <p:ph idx="1" type="subTitle"/>
          </p:nvPr>
        </p:nvSpPr>
        <p:spPr>
          <a:xfrm>
            <a:off x="824000" y="526300"/>
            <a:ext cx="7790700" cy="43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truncate - delete all data from table but type or schema is having their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creating a copy of table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select * into emp_date1 from emp_data;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truncate table emp_date1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select * from emp_date1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Q4. How do you handle NULL values in queries?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select e.id,e.name,e.department,e.salary,isnull(e1.working_days,0) as working_days,isnull(e1.manger,'No_manger') as Manager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from emp_data e left join emp_detail e1 on e1.emp_id=e.id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Q5. What is a Primary Key and how is it different from a Unique Key?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primary - it is not null, uniquly identified and no duplicacy.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Unique - it is define as unique so after repeating any value it shows error.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"/>
          <p:cNvSpPr txBox="1"/>
          <p:nvPr>
            <p:ph idx="1" type="subTitle"/>
          </p:nvPr>
        </p:nvSpPr>
        <p:spPr>
          <a:xfrm>
            <a:off x="824000" y="276200"/>
            <a:ext cx="7855800" cy="43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50"/>
              <a:t>Intermediate-Level Questions</a:t>
            </a:r>
            <a:endParaRPr sz="2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 What are Window Functions? Explain ROW_NUMBER(), RANK(), DENSE_RANK(), and NTILE().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*, ROW_NUMBER() over(order by salary desc) as RN from emp_data;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*, DENSE_RANK() over(order by salary desc) as Denses_Rank from emp_data;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* from (select *, Rank() over(order by salary desc) as ranki from emp_data ) AS  ranked_data where ranki=3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id, name, salary,NTILE(4) over (order by salary desc) AS quartile FROM emp_data;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 </a:t>
            </a:r>
            <a:r>
              <a:rPr lang="en-GB"/>
              <a:t>How would you find duplicate rows in a table?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emp_id,working_days,manger,count(*) as count_duplicate_row from emp_detail group by emp_id, working_days,manger having count(*) &gt;0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 </a:t>
            </a:r>
            <a:r>
              <a:rPr lang="en-GB"/>
              <a:t>Write a query to get the second highest salary from a table.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* from (select *, Rank() over(order by salary desc) as ranki from emp_data ) AS  ranked_data where ranki=2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8"/>
          <p:cNvSpPr txBox="1"/>
          <p:nvPr>
            <p:ph idx="1" type="subTitle"/>
          </p:nvPr>
        </p:nvSpPr>
        <p:spPr>
          <a:xfrm>
            <a:off x="824000" y="265325"/>
            <a:ext cx="6779400" cy="47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 What is the use of CTE (Common Table Expressions)? Write an example.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 cte as(select * from emp_data) select * from cte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 cte as(select *, ROW_NUMBER() over(order by salary desc) as RN from emp_data) select * from cte where RN=3;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 cte as(select *, ROW_NUMBER() over(order by salary asc) as RN from emp_data) select * from cte where RN=3;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 How do you optimize a slow-running SQL query?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1.Use indexes on columns in WHERE, JOIN, or ORDER BY clauses.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1.Avoid SELECT *; only select required columns.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3.Use EXISTS instead of IN for subqueries.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Filter data early using WHERE before joins or aggregates.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 Check execution plan to identify bottlenecks.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Follow more :- </a:t>
            </a:r>
            <a:r>
              <a:rPr b="1" lang="en-GB" sz="1050">
                <a:solidFill>
                  <a:srgbClr val="275DF5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https://www.linkedin.com/in/mohit-singh-b86819124/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hub :- https://github.com/MohitRajput717/MS-SQL-SERVER/tree/main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